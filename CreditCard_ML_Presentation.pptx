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3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3E"/>
                </a:solidFill>
                <a:latin typeface="Arial"/>
              </a:rPr>
              <a:t>Classification Report Metrics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Default</c:v>
                  </c:pt>
                  <c:pt idx="1">
                    <c:v>Default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0.96</c:v>
                </c:pt>
                <c:pt idx="1">
                  <c:v>0.94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Default</c:v>
                  </c:pt>
                  <c:pt idx="1">
                    <c:v>Default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0.98</c:v>
                </c:pt>
                <c:pt idx="1">
                  <c:v>0.9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083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Default</c:v>
                  </c:pt>
                  <c:pt idx="1">
                    <c:v>Default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0.97</c:v>
                </c:pt>
                <c:pt idx="1">
                  <c:v>0.92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103120" cy="3474720"/>
          </a:xfrm>
          <a:prstGeom prst="rect">
            <a:avLst/>
          </a:prstGeom>
          <a:solidFill>
            <a:srgbClr val="112255">
              <a:alpha val="7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640080"/>
            <a:ext cx="1737360" cy="3108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005840"/>
            <a:ext cx="1188720" cy="1188720"/>
          </a:xfrm>
          <a:prstGeom prst="ellipse">
            <a:avLst/>
          </a:prstGeom>
          <a:solidFill>
            <a:srgbClr val="1565C0">
              <a:alpha val="60000"/>
            </a:srgbClr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1143000"/>
            <a:ext cx="914400" cy="91440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256032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256032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256032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75320" y="256032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283464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283464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283464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283464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310896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0920" y="310896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310896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310896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338328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338328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338328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3383280"/>
            <a:ext cx="64008" cy="64008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731520"/>
            <a:ext cx="6583680" cy="3657600"/>
          </a:xfrm>
          <a:prstGeom prst="rect">
            <a:avLst/>
          </a:prstGeom>
          <a:solidFill>
            <a:srgbClr val="112255">
              <a:alpha val="80000"/>
            </a:srgbClr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731520"/>
            <a:ext cx="137160" cy="36576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9144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Default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365760" y="169164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using Machine Learning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65760" y="2377440"/>
            <a:ext cx="41148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487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Project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" y="290779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Sunny Kumar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65760" y="325526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KIET Group of Institutions, Ghaziabad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3703320"/>
            <a:ext cx="1280160" cy="3108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7033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| Banking &amp; Finance | Python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234440"/>
            <a:ext cx="548640" cy="5486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30759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4048" y="196596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Credit Card Default?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2336" y="263347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cardholder fails to make minimum required payment for 90+ days, it is called a default. Banks face huge losses from such defaults.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0972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97280"/>
            <a:ext cx="27432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97680" y="1234440"/>
            <a:ext cx="548640" cy="5486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30759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55848" y="196596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in Banking &amp; Finance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74136" y="263347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lose billions annually due to defaults. Early prediction helps banks take preventive actions and manage credit risk efficiently.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0972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097280"/>
            <a:ext cx="27432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269480" y="1234440"/>
            <a:ext cx="548640" cy="5486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2" y="1307592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27648" y="196596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Machine Learning?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345936" y="263347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detect complex patterns in data that traditional methods miss. They provide high accuracy and automate risk decisions at scale.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CEFF1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Default Prediction using ML  |  KIET Ghaziabad  |  Sunny Kumar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2336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023360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 Statement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6420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companies face billions in losses due to unpredicted defaults each year.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542032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48716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assessment of creditworthiness is slow, error-prone, and not scalable.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364992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31012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need an automated, accurate, and real-time solution to flag risky customers.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097280"/>
            <a:ext cx="42062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097280"/>
            <a:ext cx="420624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09728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0016" y="1719072"/>
            <a:ext cx="384048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57216" y="17282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risky customers before default occurs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0016" y="2432304"/>
            <a:ext cx="384048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432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57216" y="24414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financial losses for banks &amp; lenders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0016" y="3145536"/>
            <a:ext cx="384048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3145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57216" y="31546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accurate ML prediction model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0016" y="3858768"/>
            <a:ext cx="384048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3858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57216" y="38679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loan &amp; credit approval process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CEFF1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Default Prediction using ML  |  KIET Ghaziabad  |  Sunny Kumar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8595360" cy="219456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3383280"/>
                <a:gridCol w="24688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income of the customer (USD)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$25K – $150K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of the customer in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– 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outstanding loan amount (USD)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$1K – $50K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to 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= Loan / Income (risk indicator)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 – 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1 = Default, 0 = No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401568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3401568"/>
            <a:ext cx="196596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3511296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4320" y="39502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3401568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3401568"/>
            <a:ext cx="1965960" cy="91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3511296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468880" y="39502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3401568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3401568"/>
            <a:ext cx="1965960" cy="9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3511296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663440" y="39502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58000" y="3401568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858000" y="3401568"/>
            <a:ext cx="1965960" cy="91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0" y="3511296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858000" y="39502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CEFF1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Default Prediction using ML  |  KIET Ghaziabad  |  Sunny Kumar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Algorithm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508760" cy="146304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932688"/>
            <a:ext cx="594360" cy="59436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727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9019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822960"/>
            <a:ext cx="1508760" cy="146304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932688"/>
            <a:ext cx="594360" cy="59436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5727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19019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94760" y="822960"/>
            <a:ext cx="1508760" cy="146304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932688"/>
            <a:ext cx="594360" cy="594360"/>
          </a:xfrm>
          <a:prstGeom prst="ellipse">
            <a:avLst/>
          </a:prstGeom>
          <a:solidFill>
            <a:srgbClr val="F899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15727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4760" y="19019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32120" y="822960"/>
            <a:ext cx="1508760" cy="146304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932688"/>
            <a:ext cx="594360" cy="594360"/>
          </a:xfrm>
          <a:prstGeom prst="ellipse">
            <a:avLst/>
          </a:prstGeom>
          <a:solidFill>
            <a:srgbClr val="F9A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5727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32120" y="19019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notebook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69480" y="822960"/>
            <a:ext cx="1508760" cy="1463040"/>
          </a:xfrm>
          <a:prstGeom prst="rect">
            <a:avLst/>
          </a:prstGeom>
          <a:solidFill>
            <a:srgbClr val="112255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26680" y="932688"/>
            <a:ext cx="594360" cy="594360"/>
          </a:xfrm>
          <a:prstGeom prst="ellipse">
            <a:avLst/>
          </a:prstGeom>
          <a:solidFill>
            <a:srgbClr val="1155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15727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69480" y="19019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450592"/>
            <a:ext cx="8595360" cy="2286000"/>
          </a:xfrm>
          <a:prstGeom prst="rect">
            <a:avLst/>
          </a:prstGeom>
          <a:solidFill>
            <a:srgbClr val="0A15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450592"/>
            <a:ext cx="859536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4505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Logistic Regression — How it Works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11480" y="2944368"/>
            <a:ext cx="1965960" cy="1572768"/>
          </a:xfrm>
          <a:prstGeom prst="rect">
            <a:avLst/>
          </a:prstGeom>
          <a:solidFill>
            <a:srgbClr val="11225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2990088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354787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90448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Income, Age, Loan, Loan-to-Income ratio as input variables.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2944368"/>
            <a:ext cx="1965960" cy="1572768"/>
          </a:xfrm>
          <a:prstGeom prst="rect">
            <a:avLst/>
          </a:prstGeom>
          <a:solidFill>
            <a:srgbClr val="11225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2990088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606040" y="354787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Function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06040" y="390448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linear output into probability (0–1): P = 1 / (1 + e⁻ᶻ)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2944368"/>
            <a:ext cx="1965960" cy="1572768"/>
          </a:xfrm>
          <a:prstGeom prst="rect">
            <a:avLst/>
          </a:prstGeom>
          <a:solidFill>
            <a:srgbClr val="11225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40680" y="2990088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54880" y="354787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Decision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0" y="390448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≥ 0.5 → Predict Default (1), else → No Default (0)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58000" y="2944368"/>
            <a:ext cx="1965960" cy="1572768"/>
          </a:xfrm>
          <a:prstGeom prst="rect">
            <a:avLst/>
          </a:prstGeom>
          <a:solidFill>
            <a:srgbClr val="11225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89520" y="2990088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03720" y="354787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03720" y="390448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customers into two classes: Defaulter / Non-Defaulter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Methodology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5603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179576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179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1704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3192" y="16276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" y="20299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records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98648" y="1719072"/>
            <a:ext cx="2286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1627632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10972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097280"/>
            <a:ext cx="256032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7832" y="1179576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179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60520" y="11704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27832" y="16276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27832" y="20299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33288" y="1719072"/>
            <a:ext cx="2286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16168" y="1627632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10972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1097280"/>
            <a:ext cx="256032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62472" y="1179576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1179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11704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✂️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062472" y="16276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62472" y="20299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29260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2926080"/>
            <a:ext cx="25603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192" y="3008376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3008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25880" y="2999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93192" y="34564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3192" y="38587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parameters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98648" y="3547872"/>
            <a:ext cx="2286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81528" y="3456432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54680" y="29260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54680" y="2926080"/>
            <a:ext cx="256032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27832" y="3008376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27832" y="3008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160520" y="2999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227832" y="34564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227832" y="38587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default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33288" y="3547872"/>
            <a:ext cx="2286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16168" y="3456432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89320" y="29260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989320" y="2926080"/>
            <a:ext cx="256032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62472" y="3008376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3008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995160" y="2999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062472" y="34564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062472" y="38587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accuracy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metrics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CEFF1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Default Prediction using ML  |  KIET Ghaziabad  |  Sunny Kumar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Implementation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06240" cy="214884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04672"/>
            <a:ext cx="420624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Step 1: Load Dataset &amp; Libraries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86200" y="91440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50792" y="91440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15384" y="91440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43584"/>
            <a:ext cx="397764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LogisticRegression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pd.read_csv('credit_data.csv')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df[['income','age','loan','loan_to_income']]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df['default']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206240" cy="214884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804672"/>
            <a:ext cx="420624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412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Step 2: Train Model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66760" y="91440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91440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95944" y="91440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43584"/>
            <a:ext cx="397764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train_test_split(X, y, test_size=0.2,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random_state=42)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LogisticRegression()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017520"/>
            <a:ext cx="8686800" cy="1719072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017520"/>
            <a:ext cx="86868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54096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Step 3: Predict &amp; Evaluate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66760" y="31272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31352" y="31272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95944" y="31272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56432"/>
            <a:ext cx="8458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model.predict(X_test)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accuracy_score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classification_report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print(accuracy_score(y_test, y_pred))  # 0.95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print(classification_report(y_test, y_pred))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Output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011680" cy="20116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48132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21671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463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46304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6128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16642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745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Non-default class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60520" y="1051560"/>
            <a:ext cx="1463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60520" y="1051560"/>
            <a:ext cx="1463040" cy="91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16128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160520" y="16642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60520" y="18745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score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06440" y="1051560"/>
            <a:ext cx="1463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06440" y="1051560"/>
            <a:ext cx="1463040" cy="914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116128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806440" y="16642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18745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52360" y="1051560"/>
            <a:ext cx="1463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2360" y="1051560"/>
            <a:ext cx="1463040" cy="914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116128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452360" y="16642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52360" y="18745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curve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23591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24912"/>
          <a:ext cx="4114800" cy="1810512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Act: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Act: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Chart 0" descr=""/>
          <p:cNvGraphicFramePr/>
          <p:nvPr/>
        </p:nvGraphicFramePr>
        <p:xfrm>
          <a:off x="4572000" y="2304288"/>
          <a:ext cx="429768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CEFF1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Default Prediction using ML  |  KIET Ghaziabad  |  Sunny Kumar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8072"/>
          </a:xfrm>
          <a:prstGeom prst="rect">
            <a:avLst/>
          </a:prstGeom>
          <a:solidFill>
            <a:srgbClr val="0A1533"/>
          </a:solidFill>
          <a:ln w="12700">
            <a:solidFill>
              <a:srgbClr val="0A15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25312" y="0"/>
            <a:ext cx="36576" cy="51480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0" y="1371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54864" cy="3108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19072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Logistic Regression model to predict credit card defaults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54864" cy="3108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95% accuracy on test data — highly reliable for banking use cases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35808"/>
            <a:ext cx="54864" cy="3108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35808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Income, Age, Loan amount, and Loan-to-Income ratio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694176"/>
            <a:ext cx="54864" cy="3108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9417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lightweight, interpretable, and deployable in production systems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2801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755648"/>
            <a:ext cx="2834640" cy="512064"/>
          </a:xfrm>
          <a:prstGeom prst="rect">
            <a:avLst/>
          </a:prstGeom>
          <a:solidFill>
            <a:srgbClr val="11225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01968" y="1801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Web App (Flask / Streamlit)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414016"/>
            <a:ext cx="2834640" cy="512064"/>
          </a:xfrm>
          <a:prstGeom prst="rect">
            <a:avLst/>
          </a:prstGeom>
          <a:solidFill>
            <a:srgbClr val="11225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01968" y="24597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prediction 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072384"/>
            <a:ext cx="2834640" cy="512064"/>
          </a:xfrm>
          <a:prstGeom prst="rect">
            <a:avLst/>
          </a:prstGeom>
          <a:solidFill>
            <a:srgbClr val="11225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01968" y="31181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XGBoost, Random Forest, Neural Networks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730752"/>
            <a:ext cx="2834640" cy="512064"/>
          </a:xfrm>
          <a:prstGeom prst="rect">
            <a:avLst/>
          </a:prstGeom>
          <a:solidFill>
            <a:srgbClr val="11225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37581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01968" y="37764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instant credit risk score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389120"/>
            <a:ext cx="8503920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" y="438912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Thank You!  |  Questions &amp; Feedback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Default Prediction using Machine Learning</dc:title>
  <dc:subject>PptxGenJS Presentation</dc:subject>
  <dc:creator>Sunny Kumar</dc:creator>
  <cp:lastModifiedBy>Sunny Kumar</cp:lastModifiedBy>
  <cp:revision>1</cp:revision>
  <dcterms:created xsi:type="dcterms:W3CDTF">2026-05-23T08:23:30Z</dcterms:created>
  <dcterms:modified xsi:type="dcterms:W3CDTF">2026-05-23T08:23:30Z</dcterms:modified>
</cp:coreProperties>
</file>